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handoutMasterIdLst>
    <p:handoutMasterId r:id="rId35"/>
  </p:handoutMasterIdLst>
  <p:sldIdLst>
    <p:sldId id="256" r:id="rId2"/>
    <p:sldId id="1264" r:id="rId3"/>
    <p:sldId id="1367" r:id="rId4"/>
    <p:sldId id="1370" r:id="rId5"/>
    <p:sldId id="1368" r:id="rId6"/>
    <p:sldId id="1369" r:id="rId7"/>
    <p:sldId id="1371" r:id="rId8"/>
    <p:sldId id="1372" r:id="rId9"/>
    <p:sldId id="1374" r:id="rId10"/>
    <p:sldId id="940" r:id="rId11"/>
    <p:sldId id="939" r:id="rId12"/>
    <p:sldId id="1375" r:id="rId13"/>
    <p:sldId id="935" r:id="rId14"/>
    <p:sldId id="296" r:id="rId15"/>
    <p:sldId id="1361" r:id="rId16"/>
    <p:sldId id="1352" r:id="rId17"/>
    <p:sldId id="1353" r:id="rId18"/>
    <p:sldId id="1348" r:id="rId19"/>
    <p:sldId id="1350" r:id="rId20"/>
    <p:sldId id="1363" r:id="rId21"/>
    <p:sldId id="1364" r:id="rId22"/>
    <p:sldId id="1355" r:id="rId23"/>
    <p:sldId id="1360" r:id="rId24"/>
    <p:sldId id="1349" r:id="rId25"/>
    <p:sldId id="1377" r:id="rId26"/>
    <p:sldId id="1351" r:id="rId27"/>
    <p:sldId id="1365" r:id="rId28"/>
    <p:sldId id="1358" r:id="rId29"/>
    <p:sldId id="1357" r:id="rId30"/>
    <p:sldId id="1366" r:id="rId31"/>
    <p:sldId id="1376" r:id="rId32"/>
    <p:sldId id="1378" r:id="rId3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  <p14:sldId id="1361"/>
            <p14:sldId id="1352"/>
            <p14:sldId id="1353"/>
            <p14:sldId id="1348"/>
            <p14:sldId id="1350"/>
            <p14:sldId id="1363"/>
            <p14:sldId id="1364"/>
            <p14:sldId id="1355"/>
            <p14:sldId id="1360"/>
            <p14:sldId id="1349"/>
            <p14:sldId id="1377"/>
            <p14:sldId id="1351"/>
            <p14:sldId id="1365"/>
            <p14:sldId id="1358"/>
            <p14:sldId id="1357"/>
            <p14:sldId id="1366"/>
            <p14:sldId id="1376"/>
            <p14:sldId id="137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59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76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799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hyperlink" Target="https://gregorygundersen.com/blog/2021/04/16/variational-inference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gif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AI-with-python" TargetMode="External"/><Relationship Id="rId2" Type="http://schemas.openxmlformats.org/officeDocument/2006/relationships/hyperlink" Target="https://keras.io/examples/timeseries/timeseries_anomaly_detec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32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07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44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01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E06ED93-D395-57D6-A46E-B6C519A7C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4AC1A6-34B1-BDB5-F457-1365BE4D866A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6820E8A-FAAA-9619-1798-42F9D5AE16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E6D9A72-E3E9-5736-3C48-813CD48203B0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2760BB-7C0D-B871-0EC7-C893CE051942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71EAC2-930D-D3F4-CFCE-0C1810D2B484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19" y="1922559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1804219" y="57150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12224-2CF6-01C8-921F-61545FCA4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6DCCA-6712-13C1-8E72-AA7FE403A0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01647269-D6E0-C149-E21A-8CCFC6653156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4C0C9A2C-24BA-4516-8AA1-3DFC8862D023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9A979A12-FF09-51C2-510E-816F9D2132C1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72851DB-A449-0AF4-B8B5-EC8DD539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37" y="2080434"/>
            <a:ext cx="8902730" cy="26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522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EF085-A9D6-491C-B41C-42557425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89DBD2-7E9A-0AC7-ED86-9850F3E6B2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F2664FC-F24D-780D-B8F8-03FE03098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8DE8BA-6409-AF25-A1C8-0A932E8028A2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59BE8F-44B5-FCF1-E3C8-2342B4266B84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6456278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5C037-4C38-928F-DBD2-8487D4DFB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AFD9CA-5C62-9AE1-DF8E-4D1BDB28B1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Variational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7650" name="Picture 2" descr="png">
            <a:extLst>
              <a:ext uri="{FF2B5EF4-FFF2-40B4-BE49-F238E27FC236}">
                <a16:creationId xmlns:a16="http://schemas.microsoft.com/office/drawing/2014/main" id="{14608F00-17CF-D2F5-5AB7-60C588BFE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0300" y="1647824"/>
            <a:ext cx="4962525" cy="4962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652" name="Picture 4" descr="gif">
            <a:extLst>
              <a:ext uri="{FF2B5EF4-FFF2-40B4-BE49-F238E27FC236}">
                <a16:creationId xmlns:a16="http://schemas.microsoft.com/office/drawing/2014/main" id="{227A3A12-B9F1-5CD2-5B0E-B08213C25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651" y="2224086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581025" y="1447769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85514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13F0-E02B-1045-51FB-989F0FE7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9B3B85-5E52-9230-DD95-4F3B089BF0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85B061-0005-0256-E0CC-20CB786B5E08}"/>
              </a:ext>
            </a:extLst>
          </p:cNvPr>
          <p:cNvSpPr txBox="1"/>
          <p:nvPr/>
        </p:nvSpPr>
        <p:spPr>
          <a:xfrm>
            <a:off x="561975" y="1390619"/>
            <a:ext cx="37753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Timeseries_anomaly_detection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AI-with-python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8674" name="Picture 2" descr="png">
            <a:extLst>
              <a:ext uri="{FF2B5EF4-FFF2-40B4-BE49-F238E27FC236}">
                <a16:creationId xmlns:a16="http://schemas.microsoft.com/office/drawing/2014/main" id="{8C309502-E5FA-19F5-4AC7-21A2FCCBA6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6775" y="1518267"/>
            <a:ext cx="5715000" cy="4814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B0D8A624-4058-8026-A73F-C5213C059A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4879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20300</TotalTime>
  <Words>984</Words>
  <Application>Microsoft Office PowerPoint</Application>
  <PresentationFormat>와이드스크린</PresentationFormat>
  <Paragraphs>126</Paragraphs>
  <Slides>32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2" baseType="lpstr">
      <vt:lpstr>D2Coding</vt:lpstr>
      <vt:lpstr>맑은 고딕</vt:lpstr>
      <vt:lpstr>맑은 고딕 Semilight</vt:lpstr>
      <vt:lpstr>바탕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276</cp:revision>
  <dcterms:created xsi:type="dcterms:W3CDTF">2026-04-06T01:00:39Z</dcterms:created>
  <dcterms:modified xsi:type="dcterms:W3CDTF">2026-09-05T11:42:00Z</dcterms:modified>
  <cp:version/>
</cp:coreProperties>
</file>