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256" r:id="rId2"/>
    <p:sldId id="1264" r:id="rId3"/>
    <p:sldId id="1367" r:id="rId4"/>
    <p:sldId id="1370" r:id="rId5"/>
    <p:sldId id="1368" r:id="rId6"/>
    <p:sldId id="1369" r:id="rId7"/>
    <p:sldId id="1361" r:id="rId8"/>
    <p:sldId id="1352" r:id="rId9"/>
    <p:sldId id="1353" r:id="rId10"/>
    <p:sldId id="1348" r:id="rId11"/>
    <p:sldId id="1350" r:id="rId12"/>
    <p:sldId id="1363" r:id="rId13"/>
    <p:sldId id="1364" r:id="rId14"/>
    <p:sldId id="1355" r:id="rId15"/>
    <p:sldId id="1360" r:id="rId16"/>
    <p:sldId id="1349" r:id="rId17"/>
    <p:sldId id="1351" r:id="rId18"/>
    <p:sldId id="1365" r:id="rId19"/>
    <p:sldId id="1358" r:id="rId20"/>
    <p:sldId id="1357" r:id="rId21"/>
    <p:sldId id="1366" r:id="rId2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370"/>
            <p14:sldId id="1368"/>
            <p14:sldId id="1369"/>
            <p14:sldId id="1361"/>
            <p14:sldId id="1352"/>
            <p14:sldId id="1353"/>
            <p14:sldId id="1348"/>
            <p14:sldId id="1350"/>
            <p14:sldId id="1363"/>
            <p14:sldId id="1364"/>
            <p14:sldId id="1355"/>
            <p14:sldId id="1360"/>
            <p14:sldId id="1349"/>
            <p14:sldId id="1351"/>
            <p14:sldId id="1365"/>
            <p14:sldId id="1358"/>
            <p14:sldId id="1357"/>
            <p14:sldId id="136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hyperlink" Target="https://gregorygundersen.com/blog/2021/04/16/variational-inference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E06ED93-D395-57D6-A46E-B6C519A7C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4AC1A6-34B1-BDB5-F457-1365BE4D866A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6820E8A-FAAA-9619-1798-42F9D5AE16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E6D9A72-E3E9-5736-3C48-813CD48203B0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2760BB-7C0D-B871-0EC7-C893CE051942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71EAC2-930D-D3F4-CFCE-0C1810D2B484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19" y="1922559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1804219" y="5715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EF085-A9D6-491C-B41C-42557425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89DBD2-7E9A-0AC7-ED86-9850F3E6B2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F2664FC-F24D-780D-B8F8-03FE03098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8DE8BA-6409-AF25-A1C8-0A932E8028A2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59BE8F-44B5-FCF1-E3C8-2342B4266B84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645627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19690</TotalTime>
  <Words>833</Words>
  <Application>Microsoft Office PowerPoint</Application>
  <PresentationFormat>와이드스크린</PresentationFormat>
  <Paragraphs>96</Paragraphs>
  <Slides>21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0" baseType="lpstr">
      <vt:lpstr>D2Coding</vt:lpstr>
      <vt:lpstr>맑은 고딕</vt:lpstr>
      <vt:lpstr>바탕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272</cp:revision>
  <dcterms:created xsi:type="dcterms:W3CDTF">2026-04-06T01:00:39Z</dcterms:created>
  <dcterms:modified xsi:type="dcterms:W3CDTF">2026-09-05T01:32:17Z</dcterms:modified>
  <cp:version/>
</cp:coreProperties>
</file>