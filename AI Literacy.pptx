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1"/>
  </p:notesMasterIdLst>
  <p:sldIdLst>
    <p:sldId id="256" r:id="rId2"/>
    <p:sldId id="461" r:id="rId3"/>
    <p:sldId id="435" r:id="rId4"/>
    <p:sldId id="448" r:id="rId5"/>
    <p:sldId id="449" r:id="rId6"/>
    <p:sldId id="458" r:id="rId7"/>
    <p:sldId id="404" r:id="rId8"/>
    <p:sldId id="405" r:id="rId9"/>
    <p:sldId id="459" r:id="rId10"/>
    <p:sldId id="380" r:id="rId11"/>
    <p:sldId id="381" r:id="rId12"/>
    <p:sldId id="453" r:id="rId13"/>
    <p:sldId id="399" r:id="rId14"/>
    <p:sldId id="388" r:id="rId15"/>
    <p:sldId id="389" r:id="rId16"/>
    <p:sldId id="462" r:id="rId17"/>
    <p:sldId id="470" r:id="rId18"/>
    <p:sldId id="468" r:id="rId19"/>
    <p:sldId id="441" r:id="rId20"/>
    <p:sldId id="385" r:id="rId21"/>
    <p:sldId id="469" r:id="rId22"/>
    <p:sldId id="440" r:id="rId23"/>
    <p:sldId id="454" r:id="rId24"/>
    <p:sldId id="466" r:id="rId25"/>
    <p:sldId id="379" r:id="rId26"/>
    <p:sldId id="396" r:id="rId27"/>
    <p:sldId id="434" r:id="rId28"/>
    <p:sldId id="471" r:id="rId29"/>
    <p:sldId id="460" r:id="rId30"/>
    <p:sldId id="401" r:id="rId31"/>
    <p:sldId id="433" r:id="rId32"/>
    <p:sldId id="382" r:id="rId33"/>
    <p:sldId id="457" r:id="rId34"/>
    <p:sldId id="451" r:id="rId35"/>
    <p:sldId id="432" r:id="rId36"/>
    <p:sldId id="407" r:id="rId37"/>
    <p:sldId id="397" r:id="rId38"/>
    <p:sldId id="452" r:id="rId39"/>
    <p:sldId id="467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3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5_Winter_Deep-Learning-with-TensorFlow/tree/main/20260128_06_Introduction%20AI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gif"/><Relationship Id="rId5" Type="http://schemas.openxmlformats.org/officeDocument/2006/relationships/image" Target="../media/image21.png"/><Relationship Id="rId4" Type="http://schemas.openxmlformats.org/officeDocument/2006/relationships/hyperlink" Target="https://fastapi.tiangolo.com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https://huggingface.co/spaces/Xenova/yolov10-web" TargetMode="Externa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jreddie.com/darknet/yolo/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shaqian.github.io/tfjs-yolo-demo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microsoft.com/office/2007/relationships/hdphoto" Target="../media/hdphoto1.wdp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github.com/ancestor9/2026_Fall_AI-Literacy/blob/main/Generative%20Deep%20Learning.pptx" TargetMode="Externa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2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" TargetMode="External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jpeg"/><Relationship Id="rId4" Type="http://schemas.openxmlformats.org/officeDocument/2006/relationships/image" Target="../media/image6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068FA0-8481-998C-7B14-4E0D8515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53" y="1305833"/>
            <a:ext cx="8625527" cy="462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C8E5A-5D44-779D-6463-18DE0C9253F9}"/>
              </a:ext>
            </a:extLst>
          </p:cNvPr>
          <p:cNvSpPr txBox="1"/>
          <p:nvPr/>
        </p:nvSpPr>
        <p:spPr>
          <a:xfrm>
            <a:off x="956535" y="642206"/>
            <a:ext cx="570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 practice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F456-AED1-0784-FC3B-942D158EB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C40856-2080-C068-9DF9-679A90DA5B8D}"/>
              </a:ext>
            </a:extLst>
          </p:cNvPr>
          <p:cNvSpPr txBox="1"/>
          <p:nvPr/>
        </p:nvSpPr>
        <p:spPr>
          <a:xfrm>
            <a:off x="683490" y="994853"/>
            <a:ext cx="9301019" cy="253268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>
                <a:solidFill>
                  <a:srgbClr val="FFFF00"/>
                </a:solidFill>
              </a:rPr>
              <a:t>(Machine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Learning)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00280AC7-27CD-813D-5E4B-57255155A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378" y="2853513"/>
            <a:ext cx="2726204" cy="3598878"/>
          </a:xfrm>
          <a:prstGeom prst="rect">
            <a:avLst/>
          </a:prstGeom>
        </p:spPr>
      </p:pic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AAF088BE-BBAC-834F-753C-EE207C483F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76" y="2853512"/>
            <a:ext cx="2743047" cy="359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90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6D25-C39C-297A-5388-228EBE3B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142856-8D62-CADC-1B2B-F9139F81F64D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555206F2-F1FC-1865-6E9C-8A12F888F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47" y="957908"/>
            <a:ext cx="3056370" cy="4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0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552354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 &amp; </a:t>
            </a:r>
            <a:r>
              <a:rPr lang="ko-KR" altLang="en-US" sz="2000" dirty="0">
                <a:ea typeface="D2Coding" panose="020B0609020101020101" pitchFamily="49" charset="-127"/>
              </a:rPr>
              <a:t>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FF0000"/>
                </a:solidFill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https://huggingface.co/spaces/Xenova/yolov10-web</a:t>
            </a:r>
            <a:endParaRPr lang="ko-KR" altLang="en-US" sz="2000" dirty="0">
              <a:solidFill>
                <a:srgbClr val="FF0000"/>
              </a:solidFill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A8AFEA-6314-1673-E5BF-5B5D2ADB0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2403" y="1499713"/>
            <a:ext cx="5694427" cy="474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74990-2EC9-3E6A-AA88-481CFA3FE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5DF0016-7076-7550-6854-D5081380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DB1C0-D388-E4DC-7D8D-102601FFF86C}"/>
              </a:ext>
            </a:extLst>
          </p:cNvPr>
          <p:cNvSpPr txBox="1"/>
          <p:nvPr/>
        </p:nvSpPr>
        <p:spPr>
          <a:xfrm>
            <a:off x="461670" y="638629"/>
            <a:ext cx="9227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FAB364-5581-D2DF-8F7A-D290B771F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75" y="1689415"/>
            <a:ext cx="4200874" cy="4539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E3171-BD09-B89E-5980-4ED7ABC3EB1F}"/>
              </a:ext>
            </a:extLst>
          </p:cNvPr>
          <p:cNvSpPr txBox="1"/>
          <p:nvPr/>
        </p:nvSpPr>
        <p:spPr>
          <a:xfrm>
            <a:off x="6096000" y="1139612"/>
            <a:ext cx="4839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https://pjreddie.com/darknet/yolo/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CE2702-171C-32F2-1621-0572632CB79F}"/>
              </a:ext>
            </a:extLst>
          </p:cNvPr>
          <p:cNvSpPr txBox="1"/>
          <p:nvPr/>
        </p:nvSpPr>
        <p:spPr>
          <a:xfrm>
            <a:off x="461670" y="1164022"/>
            <a:ext cx="56343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https://shaqian.github.io/tfjs-yolo-demo/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445870-1F6F-987A-679B-05AD4661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797" y="1689415"/>
            <a:ext cx="5490226" cy="435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1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62A9-0F9D-46B0-F731-CB702DAA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9A61D6-EDA8-7477-01DC-F1FDE9960136}"/>
              </a:ext>
            </a:extLst>
          </p:cNvPr>
          <p:cNvSpPr txBox="1"/>
          <p:nvPr/>
        </p:nvSpPr>
        <p:spPr>
          <a:xfrm>
            <a:off x="729672" y="1034108"/>
            <a:ext cx="8321965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AAC2FD0D-8192-F2F4-3AC1-393159D78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86" y="2782221"/>
            <a:ext cx="2857500" cy="375285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45A8EBA9-3335-7136-4184-144776690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4" y="2782221"/>
            <a:ext cx="3043382" cy="382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27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DD3A-94F8-DF76-B088-F4D44E50F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E89B4CB-30EF-D8EE-0742-B73968AB5479}"/>
              </a:ext>
            </a:extLst>
          </p:cNvPr>
          <p:cNvSpPr txBox="1"/>
          <p:nvPr/>
        </p:nvSpPr>
        <p:spPr>
          <a:xfrm>
            <a:off x="729673" y="1034108"/>
            <a:ext cx="9290628" cy="107016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Generative Deep Learning : </a:t>
            </a:r>
            <a:r>
              <a:rPr lang="en-US" altLang="ko-KR" sz="1600" dirty="0"/>
              <a:t>Teaching</a:t>
            </a:r>
            <a:r>
              <a:rPr lang="ko-KR" altLang="en-US" sz="1600" dirty="0"/>
              <a:t> </a:t>
            </a:r>
            <a:r>
              <a:rPr lang="en-US" altLang="ko-KR" sz="1600" dirty="0"/>
              <a:t>Machines</a:t>
            </a:r>
            <a:r>
              <a:rPr lang="ko-KR" altLang="en-US" sz="1600" dirty="0"/>
              <a:t> </a:t>
            </a:r>
            <a:r>
              <a:rPr lang="en-US" altLang="ko-KR" sz="1600" dirty="0"/>
              <a:t>to</a:t>
            </a:r>
            <a:r>
              <a:rPr lang="ko-KR" altLang="en-US" sz="1600" dirty="0"/>
              <a:t> </a:t>
            </a:r>
            <a:r>
              <a:rPr lang="en-US" altLang="ko-KR" sz="1600" dirty="0"/>
              <a:t>Paint,</a:t>
            </a:r>
            <a:r>
              <a:rPr lang="ko-KR" altLang="en-US" sz="1600" dirty="0"/>
              <a:t> </a:t>
            </a:r>
            <a:r>
              <a:rPr lang="en-US" altLang="ko-KR" sz="1600" dirty="0"/>
              <a:t>Write,</a:t>
            </a:r>
            <a:r>
              <a:rPr lang="ko-KR" altLang="en-US" sz="1600" dirty="0"/>
              <a:t> </a:t>
            </a:r>
            <a:r>
              <a:rPr lang="en-US" altLang="ko-KR" sz="1600" dirty="0"/>
              <a:t>Compose,</a:t>
            </a:r>
            <a:r>
              <a:rPr lang="ko-KR" altLang="en-US" sz="1600" dirty="0"/>
              <a:t> </a:t>
            </a:r>
            <a:r>
              <a:rPr lang="en-US" altLang="ko-KR" sz="1600" dirty="0"/>
              <a:t>and</a:t>
            </a:r>
            <a:r>
              <a:rPr lang="ko-KR" altLang="en-US" sz="1600" dirty="0"/>
              <a:t> </a:t>
            </a:r>
            <a:r>
              <a:rPr lang="en-US" altLang="ko-KR" sz="1600" dirty="0"/>
              <a:t>Play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Generative Deep Learning.pptx</a:t>
            </a: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(Part</a:t>
            </a:r>
            <a:r>
              <a:rPr lang="ko-KR" altLang="en-US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Chapter 1. Generative Modeling)</a:t>
            </a:r>
            <a:endParaRPr lang="ko-KR" altLang="en-US" sz="16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44DBC8-E777-24F5-3CA3-5B6213386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68" y="2398568"/>
            <a:ext cx="3048264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199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8321965" cy="27750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Hands-On-Large-Language-Models Scripts 1/2/3</a:t>
            </a: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LLM</a:t>
            </a:r>
            <a:r>
              <a:rPr lang="ko-KR" altLang="en-US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기초 코드로 배우기</a:t>
            </a:r>
            <a:endParaRPr lang="en-US" altLang="ko-KR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8110D0C3-6406-1E13-C80D-95C498CAC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08243018-8EE4-0433-56ED-6176ACC3F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7082</TotalTime>
  <Words>1069</Words>
  <Application>Microsoft Office PowerPoint</Application>
  <PresentationFormat>와이드스크린</PresentationFormat>
  <Paragraphs>197</Paragraphs>
  <Slides>39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3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Deep Learning_how to learn?</vt:lpstr>
      <vt:lpstr>PowerPoint 프레젠테이션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PowerPoint 프레젠테이션</vt:lpstr>
      <vt:lpstr>Generate Face Image  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108</cp:revision>
  <dcterms:created xsi:type="dcterms:W3CDTF">2026-04-11T22:24:40Z</dcterms:created>
  <dcterms:modified xsi:type="dcterms:W3CDTF">2026-08-28T00:47:00Z</dcterms:modified>
</cp:coreProperties>
</file>