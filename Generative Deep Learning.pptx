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256" r:id="rId2"/>
    <p:sldId id="1264" r:id="rId3"/>
    <p:sldId id="1286" r:id="rId4"/>
    <p:sldId id="1308" r:id="rId5"/>
    <p:sldId id="1309" r:id="rId6"/>
    <p:sldId id="1312" r:id="rId7"/>
    <p:sldId id="1310" r:id="rId8"/>
    <p:sldId id="1313" r:id="rId9"/>
    <p:sldId id="1314" r:id="rId10"/>
    <p:sldId id="1311" r:id="rId11"/>
    <p:sldId id="1315" r:id="rId12"/>
    <p:sldId id="1316" r:id="rId13"/>
    <p:sldId id="1330" r:id="rId14"/>
    <p:sldId id="1325" r:id="rId15"/>
    <p:sldId id="1326" r:id="rId16"/>
    <p:sldId id="1327" r:id="rId17"/>
    <p:sldId id="1331" r:id="rId18"/>
    <p:sldId id="1328" r:id="rId19"/>
    <p:sldId id="1334" r:id="rId20"/>
    <p:sldId id="1335" r:id="rId21"/>
    <p:sldId id="1339" r:id="rId22"/>
    <p:sldId id="1340" r:id="rId23"/>
    <p:sldId id="1336" r:id="rId24"/>
    <p:sldId id="1341" r:id="rId25"/>
    <p:sldId id="1337" r:id="rId26"/>
    <p:sldId id="1343" r:id="rId27"/>
    <p:sldId id="1342" r:id="rId28"/>
    <p:sldId id="1338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486417" y="1572272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478753"/>
            <a:ext cx="1684918" cy="223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86D37-694C-1FF9-ECEE-379D65BDE23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C33739-D146-5061-4F8C-80250E2CD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B502D-673C-1188-836A-C386D3529655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19358</TotalTime>
  <Words>1314</Words>
  <Application>Microsoft Office PowerPoint</Application>
  <PresentationFormat>와이드스크린</PresentationFormat>
  <Paragraphs>190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D2Coding</vt:lpstr>
      <vt:lpstr>맑은 고딕</vt:lpstr>
      <vt:lpstr>바탕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264</cp:revision>
  <dcterms:created xsi:type="dcterms:W3CDTF">2026-04-06T01:00:39Z</dcterms:created>
  <dcterms:modified xsi:type="dcterms:W3CDTF">2026-08-27T22:06:34Z</dcterms:modified>
  <cp:version/>
</cp:coreProperties>
</file>